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EC60A-6686-2BDE-8A3C-67805F023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6318D-44E1-9E7E-1452-561BF901A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F6966-9943-DEA8-0E6B-41F5339B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64F3-AF84-975A-D043-A8A733EC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6E24-041D-393B-9549-24E7D22A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DC79-314C-BA7E-2B16-E48E9743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303DA-186E-9F83-0D0D-217696A00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273FA-789A-EE45-0D6B-981C52FC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CE3EA-E63F-2560-829E-DCD98D153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42199-1F61-7655-30E1-B000E204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6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3740-EF89-6D43-5140-BA070BE5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54BE-73E1-00C2-0988-4300ACE19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58279-C4EA-3EA2-BD11-AAB986A85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6034A-EA1A-C139-FBFD-3B357536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E842-1426-8934-4E0E-57BF6995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20AA-0C02-ABB7-99C7-7944DC48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C9F5-E26E-7947-6DFD-A97C94657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ACDF-54BE-433F-5021-02128CFCC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E910-0440-7F5A-76A2-D3CA1F08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139C5-1FF2-19F3-601E-6E7CF9F13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85A3E-EE5C-F0A3-EDFE-CA4F87E2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7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297F-1AD3-B6C5-DDAF-68D1D9E6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86D5C-6128-843C-3AE0-24D1BC681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7B5E0-54F1-86C5-A5C2-10336A292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88924-520A-25C7-9951-0B88CDE96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D8264-472B-5D94-0300-30DAABCE3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9E650-A6C3-FD7E-EC89-EDB1F72E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2B38A-DBD2-EEC2-E676-346315D2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6D984-53BA-4A44-CF23-B3FA813D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84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F9AC-57C2-FE90-A494-29C96E38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58E09-A9EE-2097-D099-A8C24B7F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6ED61-0EB6-34DE-EFEA-84C0F765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7A73E-DD53-7A8F-A853-FF638E44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5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871E8E-FCC8-FB4C-E720-69C0043D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24F60-CE11-C5D1-5AE8-293621EB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333FA-3BA7-68BB-FAC4-AAC62159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80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1C30-040C-BE60-9AA9-A5F295B1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748D7-657F-BCD7-CB5C-B685193E5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944B5-EC43-972A-58CD-56B7FB590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90FB1-883C-3FBA-5708-DCFDE223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879F1-E97D-E01A-026C-0CB2E5AE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A23E5-93D7-6F18-C88C-61F389615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3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50BA-C00F-AE15-9A9D-1F78B4D1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E2E235-D990-13CF-F52D-C119BEBD0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98DC0-0BE5-8D39-9173-16F44A17D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F8B39-B98F-0A34-B043-AF686758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05A12-BAB5-5A5E-657A-EE8199B8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34A14-DC1C-8745-C68E-38365458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8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E6E66-355C-F246-E045-EB77554EF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AAF67-B61E-F3A9-510E-7719D8607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5DBCF-1266-E8E7-082B-89C81601D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1E4F7-BE6F-7D1E-B7AA-2497C845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CA239-8D87-C551-957D-0198AE80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558786-0814-A39B-3A5D-D8CEAEB02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8CA08-1B07-C327-2DD3-851F6671E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1B825-B7E7-D6AB-C74F-105C509BD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3CF40-F80D-B5E5-CE25-E336F738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3DFE2-F841-AAC3-3D97-B22BD912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72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1BA03-7EF6-719D-914A-A3DED079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52D64-7D08-C6AE-098D-CCE330A91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11827-3517-70C9-0D61-C021A030D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B8F3C-6160-44D5-BD7F-ACE266FEFD9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929A-BF35-4F0D-82EC-CB563A5C5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332DA-F00D-B7B5-7976-49299B924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D43E2-C2B3-40F9-83E8-2B202BDAE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1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BC6F59F-4AA7-7718-1C10-5A0A1C512302}"/>
              </a:ext>
            </a:extLst>
          </p:cNvPr>
          <p:cNvSpPr/>
          <p:nvPr/>
        </p:nvSpPr>
        <p:spPr>
          <a:xfrm>
            <a:off x="4343400" y="587829"/>
            <a:ext cx="3254829" cy="10123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Holding Company LLC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344B31-0A70-2066-6E8A-D339D2DD5CEA}"/>
              </a:ext>
            </a:extLst>
          </p:cNvPr>
          <p:cNvSpPr/>
          <p:nvPr/>
        </p:nvSpPr>
        <p:spPr>
          <a:xfrm>
            <a:off x="4389664" y="2416627"/>
            <a:ext cx="3254829" cy="10123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LLC 2</a:t>
            </a:r>
          </a:p>
          <a:p>
            <a:pPr algn="ctr"/>
            <a:r>
              <a:rPr lang="en-US" dirty="0"/>
              <a:t>(Rental Property)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AA9782-C1C9-6F35-121B-DB8266BE05D4}"/>
              </a:ext>
            </a:extLst>
          </p:cNvPr>
          <p:cNvSpPr/>
          <p:nvPr/>
        </p:nvSpPr>
        <p:spPr>
          <a:xfrm>
            <a:off x="996042" y="2416628"/>
            <a:ext cx="3254829" cy="10123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LLC 1</a:t>
            </a:r>
          </a:p>
          <a:p>
            <a:pPr algn="ctr"/>
            <a:r>
              <a:rPr lang="en-US" dirty="0"/>
              <a:t>(Business)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C97D4F-FFF4-9C46-1511-75F46DE569A9}"/>
              </a:ext>
            </a:extLst>
          </p:cNvPr>
          <p:cNvSpPr/>
          <p:nvPr/>
        </p:nvSpPr>
        <p:spPr>
          <a:xfrm>
            <a:off x="7783286" y="2416628"/>
            <a:ext cx="3254829" cy="10123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LLC 3</a:t>
            </a:r>
          </a:p>
          <a:p>
            <a:pPr algn="ctr"/>
            <a:r>
              <a:rPr lang="en-US" dirty="0"/>
              <a:t>(Business #2 or Rental)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B49D43-F476-042E-8D4C-81DB2BCE771F}"/>
              </a:ext>
            </a:extLst>
          </p:cNvPr>
          <p:cNvCxnSpPr>
            <a:stCxn id="4" idx="3"/>
            <a:endCxn id="6" idx="0"/>
          </p:cNvCxnSpPr>
          <p:nvPr/>
        </p:nvCxnSpPr>
        <p:spPr>
          <a:xfrm flipH="1">
            <a:off x="2623457" y="1451942"/>
            <a:ext cx="2196602" cy="964686"/>
          </a:xfrm>
          <a:prstGeom prst="straightConnector1">
            <a:avLst/>
          </a:prstGeom>
          <a:ln w="7302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57BE7B-2200-2423-4E68-916C5F9D1DBE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5970815" y="1600200"/>
            <a:ext cx="46264" cy="816427"/>
          </a:xfrm>
          <a:prstGeom prst="straightConnector1">
            <a:avLst/>
          </a:prstGeom>
          <a:ln w="7302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398AD9-D369-7863-B26A-77CB65B3C4D8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7121570" y="1451942"/>
            <a:ext cx="2289131" cy="964686"/>
          </a:xfrm>
          <a:prstGeom prst="straightConnector1">
            <a:avLst/>
          </a:prstGeom>
          <a:ln w="7302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58D798-0761-BA4A-AC6F-ABD307AD6010}"/>
              </a:ext>
            </a:extLst>
          </p:cNvPr>
          <p:cNvSpPr txBox="1"/>
          <p:nvPr/>
        </p:nvSpPr>
        <p:spPr>
          <a:xfrm>
            <a:off x="1132114" y="4321629"/>
            <a:ext cx="96120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best business set up?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 to have above setup, vs multiple separate LLC’s?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there a breakover where the above makes sense? Revenue target </a:t>
            </a:r>
            <a:r>
              <a:rPr lang="en-US" dirty="0" err="1"/>
              <a:t>etc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the above make paperwork or anything else easier/more streamlined?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it possible to move already existing LLC’s into this set up in the future?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905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62A4-9C31-9D63-4E42-41D00F68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F7CACE0-7AAC-D782-56D2-5330FDF826DF}"/>
              </a:ext>
            </a:extLst>
          </p:cNvPr>
          <p:cNvSpPr txBox="1"/>
          <p:nvPr/>
        </p:nvSpPr>
        <p:spPr>
          <a:xfrm>
            <a:off x="217715" y="175598"/>
            <a:ext cx="3537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Zone of Genius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A4A1A33-7CB9-8A02-1288-A9E9DCEFDB9B}"/>
              </a:ext>
            </a:extLst>
          </p:cNvPr>
          <p:cNvSpPr/>
          <p:nvPr/>
        </p:nvSpPr>
        <p:spPr>
          <a:xfrm>
            <a:off x="4076699" y="141514"/>
            <a:ext cx="4718957" cy="436059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Building Things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Fixing things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Being outdoors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Spending time with family in experiences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4D2518-BEA0-F8EA-426A-20050E8DB15A}"/>
              </a:ext>
            </a:extLst>
          </p:cNvPr>
          <p:cNvSpPr/>
          <p:nvPr/>
        </p:nvSpPr>
        <p:spPr>
          <a:xfrm>
            <a:off x="1823356" y="2321810"/>
            <a:ext cx="5241471" cy="436059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 Management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SIMOPS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Operations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Analytical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Process Improvement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Systems/Process Design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B61885-5F86-CA73-AEAB-455ADD3F472C}"/>
              </a:ext>
            </a:extLst>
          </p:cNvPr>
          <p:cNvSpPr/>
          <p:nvPr/>
        </p:nvSpPr>
        <p:spPr>
          <a:xfrm>
            <a:off x="5938156" y="2355894"/>
            <a:ext cx="5029199" cy="436059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Private Money – Friends/Family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BIL – Handyman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BIL – Physical Therapist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SIL – Nurses/Doctor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Friends – Business owners/salesmen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EF673-026C-A6EE-711C-FEB3F0C63303}"/>
              </a:ext>
            </a:extLst>
          </p:cNvPr>
          <p:cNvSpPr txBox="1"/>
          <p:nvPr/>
        </p:nvSpPr>
        <p:spPr>
          <a:xfrm>
            <a:off x="7796891" y="141514"/>
            <a:ext cx="1311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A37FF-CD09-0787-7970-0DD9A59B3E95}"/>
              </a:ext>
            </a:extLst>
          </p:cNvPr>
          <p:cNvSpPr txBox="1"/>
          <p:nvPr/>
        </p:nvSpPr>
        <p:spPr>
          <a:xfrm>
            <a:off x="9726385" y="6288905"/>
            <a:ext cx="1532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Network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B37E4-E50B-14E1-8E6D-75DE6D5044E1}"/>
              </a:ext>
            </a:extLst>
          </p:cNvPr>
          <p:cNvSpPr txBox="1"/>
          <p:nvPr/>
        </p:nvSpPr>
        <p:spPr>
          <a:xfrm>
            <a:off x="1115786" y="5885489"/>
            <a:ext cx="2242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Skills and Experience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EA98D6-02EA-12CF-92F6-EB02BA4E4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85" y="0"/>
            <a:ext cx="53159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06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139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Smith</dc:creator>
  <cp:lastModifiedBy>Matt Smith</cp:lastModifiedBy>
  <cp:revision>2</cp:revision>
  <dcterms:created xsi:type="dcterms:W3CDTF">2026-04-03T04:49:01Z</dcterms:created>
  <dcterms:modified xsi:type="dcterms:W3CDTF">2026-04-03T05:17:19Z</dcterms:modified>
</cp:coreProperties>
</file>